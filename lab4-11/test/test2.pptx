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6"/>
  </p:normalViewPr>
  <p:slideViewPr>
    <p:cSldViewPr snapToGrid="0">
      <p:cViewPr varScale="1">
        <p:scale>
          <a:sx n="114" d="100"/>
          <a:sy n="114" d="100"/>
        </p:scale>
        <p:origin x="49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85C0F5-AB94-D849-40F0-5DF475B766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1C792C5-B20F-7580-54D6-5218BE17ED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4AA96DC-8F53-EC27-1D1F-2E3C0E8C9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1081F-E552-8A4F-AAB5-098B16E402A7}" type="datetimeFigureOut">
              <a:rPr kumimoji="1" lang="zh-CN" altLang="en-US" smtClean="0"/>
              <a:t>2026/5/9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69A606-63D3-FBE3-188C-A9551F3ED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FBF633-4EC9-A62B-8B02-386AB47A6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415D8-7021-074B-BC89-22AC7696A64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82636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CBABA4-CA76-012D-FF30-ED8593457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A8A7C3C-FBDD-854F-3C50-0F705EF5E0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BF3B883-266A-3A2B-B7EB-56B3750CA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1081F-E552-8A4F-AAB5-098B16E402A7}" type="datetimeFigureOut">
              <a:rPr kumimoji="1" lang="zh-CN" altLang="en-US" smtClean="0"/>
              <a:t>2026/5/9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AE710CE-7D82-C110-B12F-70126F2FC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3E26E22-AB75-A680-AC16-371164A7C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415D8-7021-074B-BC89-22AC7696A64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32948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FD2B4C-6F98-852C-D3EB-387F0E974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C71DD70-1E95-5134-20B0-352FE69198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181FFC-7494-D83D-B2CE-6BFA080EA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1081F-E552-8A4F-AAB5-098B16E402A7}" type="datetimeFigureOut">
              <a:rPr kumimoji="1" lang="zh-CN" altLang="en-US" smtClean="0"/>
              <a:t>2026/5/9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438D21A-CFC7-474A-2508-6755ED708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576520-A70B-8168-EE9D-3FF994CA6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415D8-7021-074B-BC89-22AC7696A64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984516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60C299-E510-C9FC-BF81-584E1270A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A1395A-9EAD-4693-DDBA-E30941EBAB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C855B95-1C58-D3F0-50E5-972D505546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EF6F82E-6E8C-B9D8-3005-A23FB6A02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1081F-E552-8A4F-AAB5-098B16E402A7}" type="datetimeFigureOut">
              <a:rPr kumimoji="1" lang="zh-CN" altLang="en-US" smtClean="0"/>
              <a:t>2026/5/9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A9C31A6-FD24-2B9D-1F8C-0F2023494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C300C65-33CB-463B-DDDB-97449A163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415D8-7021-074B-BC89-22AC7696A64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95822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8E3727-8940-0C4A-5F4C-A9EDD936C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E2B5F3B-8C49-E76D-B7CC-419A0B6E17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D5A92C0-21F0-2C57-BDFD-88C0BAFA35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EB35ABF-9157-4549-90B4-54C4AFF64A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594C585-6B61-63FC-8D7D-11DE1616D4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EA4874D-8FA9-E68B-B2E6-E977FEC68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1081F-E552-8A4F-AAB5-098B16E402A7}" type="datetimeFigureOut">
              <a:rPr kumimoji="1" lang="zh-CN" altLang="en-US" smtClean="0"/>
              <a:t>2026/5/9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A3F07FE-36DE-7F6A-E95E-F8424DC54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64A5D7F-6CC2-D916-A747-49F1F8059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415D8-7021-074B-BC89-22AC7696A64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48843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DDDB5F-7482-EE05-5F72-C66F4391F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8F511E1-EE9E-3B23-14C7-498B5183D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1081F-E552-8A4F-AAB5-098B16E402A7}" type="datetimeFigureOut">
              <a:rPr kumimoji="1" lang="zh-CN" altLang="en-US" smtClean="0"/>
              <a:t>2026/5/9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D6F968A-2D92-D4E6-5A34-194767610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35E1D76-A6C5-E169-695D-72BABA7F4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415D8-7021-074B-BC89-22AC7696A64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71597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E386F42-FE52-08CE-7D3C-C27327A9A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1081F-E552-8A4F-AAB5-098B16E402A7}" type="datetimeFigureOut">
              <a:rPr kumimoji="1" lang="zh-CN" altLang="en-US" smtClean="0"/>
              <a:t>2026/5/9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4AFC5A7-7275-DDFA-F9F4-B55414FEC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5B51A35-39DE-6A89-2993-707BC86BB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415D8-7021-074B-BC89-22AC7696A64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785051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86EA19-BFD5-538F-900B-922C2E983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2BA3D59-6CCE-71ED-E391-7F260096FF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9C5C104-39E2-02F8-AD18-4C5746FC90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8D29FCC-6087-43C2-301E-462E6C6DE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1081F-E552-8A4F-AAB5-098B16E402A7}" type="datetimeFigureOut">
              <a:rPr kumimoji="1" lang="zh-CN" altLang="en-US" smtClean="0"/>
              <a:t>2026/5/9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998A152-B66F-DD25-F3FE-C02BE547C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2FA478A-F7FF-EC87-9B46-28BF14D48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415D8-7021-074B-BC89-22AC7696A64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20194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A3531E-2EB8-300C-061B-2400A8B00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935097C-955A-FA85-2D47-5AA0E89F34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7D752D9-FFE1-E6B0-2DA4-597D4510B8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D874588-A629-8371-4CBF-81FDCA69B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1081F-E552-8A4F-AAB5-098B16E402A7}" type="datetimeFigureOut">
              <a:rPr kumimoji="1" lang="zh-CN" altLang="en-US" smtClean="0"/>
              <a:t>2026/5/9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759E92B-0F29-E671-D8F5-9E4A86295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A7FA884-A4FD-3ED4-DADE-68A429FF7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415D8-7021-074B-BC89-22AC7696A64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81168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346E12-7F0B-D3A9-EAEC-24540DFE4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F1D345B-E1AD-C5E6-0A44-AC6105EB24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797C8A-9F91-F4AB-3046-D255800BA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1081F-E552-8A4F-AAB5-098B16E402A7}" type="datetimeFigureOut">
              <a:rPr kumimoji="1" lang="zh-CN" altLang="en-US" smtClean="0"/>
              <a:t>2026/5/9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8CF5C16-A381-4859-47E5-87E2621A5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D8E446-38E2-0531-CA6C-3EE9D991F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415D8-7021-074B-BC89-22AC7696A64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71481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28E2BC8-504A-07FE-BE3C-968AED9BEE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D827B7B-D00C-C9B2-3267-1D6AD41C3A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F8DD59F-F285-8DE4-5372-F218DC018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1081F-E552-8A4F-AAB5-098B16E402A7}" type="datetimeFigureOut">
              <a:rPr kumimoji="1" lang="zh-CN" altLang="en-US" smtClean="0"/>
              <a:t>2026/5/9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124B16-3840-68D1-7778-DA1A0E2B0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A3FA5F8-CCD4-49A1-D4AB-7D9C6295E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415D8-7021-074B-BC89-22AC7696A64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54873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B7376FA-2FC9-3320-EAEA-D5726066E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D3AC5A7-5A30-4A82-141E-D0200AC9F9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CB0B10-545F-00BD-15AD-0EB84F16E9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D1081F-E552-8A4F-AAB5-098B16E402A7}" type="datetimeFigureOut">
              <a:rPr kumimoji="1" lang="zh-CN" altLang="en-US" smtClean="0"/>
              <a:t>2026/5/9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3E4731-4770-2D29-AEBC-183BCAC5EE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0B7734-AB6C-262B-B05C-A66483808E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5415D8-7021-074B-BC89-22AC7696A64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10551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184E01-24F1-184E-D783-4C36235CF9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CN"/>
              <a:t>test2</a:t>
            </a:r>
            <a:endParaRPr kumimoji="1"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A9FA7AE-3DED-8DC3-D859-2C2AA5226E8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939384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Macintosh PowerPoint</Application>
  <PresentationFormat>宽屏</PresentationFormat>
  <Paragraphs>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test2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Microsoft Office User</cp:lastModifiedBy>
  <cp:revision>1</cp:revision>
  <dcterms:created xsi:type="dcterms:W3CDTF">2026-05-09T01:25:39Z</dcterms:created>
  <dcterms:modified xsi:type="dcterms:W3CDTF">2026-05-09T01:26:07Z</dcterms:modified>
</cp:coreProperties>
</file>